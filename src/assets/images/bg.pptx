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-s-图层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395" y="104140"/>
            <a:ext cx="2918460" cy="3048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liwj</cp:lastModifiedBy>
  <cp:revision>157</cp:revision>
  <dcterms:created xsi:type="dcterms:W3CDTF">2019-06-19T02:08:00Z</dcterms:created>
  <dcterms:modified xsi:type="dcterms:W3CDTF">2025-11-11T15:29:55Z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C55CE7920B504C03904BE12081A6C2B2_11</vt:lpwstr>
  </property>
</Properties>
</file>